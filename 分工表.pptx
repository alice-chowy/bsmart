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8" r:id="rId2"/>
    <p:sldId id="257" r:id="rId3"/>
    <p:sldId id="260" r:id="rId4"/>
    <p:sldId id="261" r:id="rId5"/>
    <p:sldId id="259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000"/>
    <a:srgbClr val="19C711"/>
    <a:srgbClr val="5097FF"/>
    <a:srgbClr val="FF4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1152" autoAdjust="0"/>
  </p:normalViewPr>
  <p:slideViewPr>
    <p:cSldViewPr snapToGrid="0" showGuides="1">
      <p:cViewPr varScale="1">
        <p:scale>
          <a:sx n="102" d="100"/>
          <a:sy n="102" d="100"/>
        </p:scale>
        <p:origin x="954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58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ce_Cho" userId="91449dbd-9e62-46b3-8971-31c7f1d10fa4" providerId="ADAL" clId="{094C4EEF-23D6-47CE-AA35-25BF07F867DC}"/>
    <pc:docChg chg="undo redo custSel addSld delSld modSld sldOrd modMainMaster">
      <pc:chgData name="Alice_Cho" userId="91449dbd-9e62-46b3-8971-31c7f1d10fa4" providerId="ADAL" clId="{094C4EEF-23D6-47CE-AA35-25BF07F867DC}" dt="2026-04-07T00:36:26.494" v="32255" actId="47"/>
      <pc:docMkLst>
        <pc:docMk/>
      </pc:docMkLst>
      <pc:sldChg chg="addSp delSp modSp new mod ord">
        <pc:chgData name="Alice_Cho" userId="91449dbd-9e62-46b3-8971-31c7f1d10fa4" providerId="ADAL" clId="{094C4EEF-23D6-47CE-AA35-25BF07F867DC}" dt="2026-03-31T06:33:17.350" v="32243" actId="1076"/>
        <pc:sldMkLst>
          <pc:docMk/>
          <pc:sldMk cId="489902577" sldId="257"/>
        </pc:sldMkLst>
        <pc:spChg chg="add mod">
          <ac:chgData name="Alice_Cho" userId="91449dbd-9e62-46b3-8971-31c7f1d10fa4" providerId="ADAL" clId="{094C4EEF-23D6-47CE-AA35-25BF07F867DC}" dt="2026-03-31T06:26:48.053" v="32239" actId="20577"/>
          <ac:spMkLst>
            <pc:docMk/>
            <pc:sldMk cId="489902577" sldId="257"/>
            <ac:spMk id="3" creationId="{231BA2B7-10DE-9A2B-0484-96EB6FE5859B}"/>
          </ac:spMkLst>
        </pc:spChg>
        <pc:picChg chg="add mod">
          <ac:chgData name="Alice_Cho" userId="91449dbd-9e62-46b3-8971-31c7f1d10fa4" providerId="ADAL" clId="{094C4EEF-23D6-47CE-AA35-25BF07F867DC}" dt="2026-03-31T06:33:17.350" v="32243" actId="1076"/>
          <ac:picMkLst>
            <pc:docMk/>
            <pc:sldMk cId="489902577" sldId="257"/>
            <ac:picMk id="7" creationId="{5C2BBCB8-FB83-50BB-75D0-A78930ADDECE}"/>
          </ac:picMkLst>
        </pc:picChg>
      </pc:sldChg>
      <pc:sldChg chg="addSp delSp modSp new mod">
        <pc:chgData name="Alice_Cho" userId="91449dbd-9e62-46b3-8971-31c7f1d10fa4" providerId="ADAL" clId="{094C4EEF-23D6-47CE-AA35-25BF07F867DC}" dt="2026-03-31T06:22:24.070" v="32106" actId="14100"/>
        <pc:sldMkLst>
          <pc:docMk/>
          <pc:sldMk cId="283824125" sldId="258"/>
        </pc:sldMkLst>
        <pc:spChg chg="add mod">
          <ac:chgData name="Alice_Cho" userId="91449dbd-9e62-46b3-8971-31c7f1d10fa4" providerId="ADAL" clId="{094C4EEF-23D6-47CE-AA35-25BF07F867DC}" dt="2026-03-31T06:21:02.886" v="32101" actId="1038"/>
          <ac:spMkLst>
            <pc:docMk/>
            <pc:sldMk cId="283824125" sldId="258"/>
            <ac:spMk id="2" creationId="{650EC217-7211-6C4B-4FD8-6D7EC9508EC1}"/>
          </ac:spMkLst>
        </pc:spChg>
        <pc:spChg chg="add mod">
          <ac:chgData name="Alice_Cho" userId="91449dbd-9e62-46b3-8971-31c7f1d10fa4" providerId="ADAL" clId="{094C4EEF-23D6-47CE-AA35-25BF07F867DC}" dt="2026-03-31T06:21:02.886" v="32101" actId="1038"/>
          <ac:spMkLst>
            <pc:docMk/>
            <pc:sldMk cId="283824125" sldId="258"/>
            <ac:spMk id="3" creationId="{EB91BA3D-B51F-AB4F-D79A-6D08420CFC7A}"/>
          </ac:spMkLst>
        </pc:spChg>
        <pc:spChg chg="add mod">
          <ac:chgData name="Alice_Cho" userId="91449dbd-9e62-46b3-8971-31c7f1d10fa4" providerId="ADAL" clId="{094C4EEF-23D6-47CE-AA35-25BF07F867DC}" dt="2026-03-31T06:21:02.886" v="32101" actId="1038"/>
          <ac:spMkLst>
            <pc:docMk/>
            <pc:sldMk cId="283824125" sldId="258"/>
            <ac:spMk id="4" creationId="{D564A934-F965-D758-E8B5-8DB9E57CBAC8}"/>
          </ac:spMkLst>
        </pc:spChg>
        <pc:spChg chg="add mod">
          <ac:chgData name="Alice_Cho" userId="91449dbd-9e62-46b3-8971-31c7f1d10fa4" providerId="ADAL" clId="{094C4EEF-23D6-47CE-AA35-25BF07F867DC}" dt="2026-03-31T06:21:02.886" v="32101" actId="1038"/>
          <ac:spMkLst>
            <pc:docMk/>
            <pc:sldMk cId="283824125" sldId="258"/>
            <ac:spMk id="6" creationId="{238E6ED2-F7D0-F77F-763B-E004AF077347}"/>
          </ac:spMkLst>
        </pc:spChg>
        <pc:picChg chg="add mod">
          <ac:chgData name="Alice_Cho" userId="91449dbd-9e62-46b3-8971-31c7f1d10fa4" providerId="ADAL" clId="{094C4EEF-23D6-47CE-AA35-25BF07F867DC}" dt="2026-03-31T06:21:02.886" v="32101" actId="1038"/>
          <ac:picMkLst>
            <pc:docMk/>
            <pc:sldMk cId="283824125" sldId="258"/>
            <ac:picMk id="7" creationId="{09ADB53C-E840-0791-63F7-ECFD6708CA22}"/>
          </ac:picMkLst>
        </pc:picChg>
        <pc:picChg chg="add mod">
          <ac:chgData name="Alice_Cho" userId="91449dbd-9e62-46b3-8971-31c7f1d10fa4" providerId="ADAL" clId="{094C4EEF-23D6-47CE-AA35-25BF07F867DC}" dt="2026-03-31T06:20:40.849" v="32065" actId="14100"/>
          <ac:picMkLst>
            <pc:docMk/>
            <pc:sldMk cId="283824125" sldId="258"/>
            <ac:picMk id="33" creationId="{4755F110-7CE1-F374-2944-126B9AB82406}"/>
          </ac:picMkLst>
        </pc:picChg>
        <pc:picChg chg="add mod">
          <ac:chgData name="Alice_Cho" userId="91449dbd-9e62-46b3-8971-31c7f1d10fa4" providerId="ADAL" clId="{094C4EEF-23D6-47CE-AA35-25BF07F867DC}" dt="2026-03-31T06:22:24.070" v="32106" actId="14100"/>
          <ac:picMkLst>
            <pc:docMk/>
            <pc:sldMk cId="283824125" sldId="258"/>
            <ac:picMk id="35" creationId="{A3100FAF-8952-4D2A-900F-E528E24821F0}"/>
          </ac:picMkLst>
        </pc:picChg>
      </pc:sldChg>
      <pc:sldChg chg="addSp delSp modSp new mod">
        <pc:chgData name="Alice_Cho" userId="91449dbd-9e62-46b3-8971-31c7f1d10fa4" providerId="ADAL" clId="{094C4EEF-23D6-47CE-AA35-25BF07F867DC}" dt="2026-03-31T06:26:33.221" v="32237" actId="14100"/>
        <pc:sldMkLst>
          <pc:docMk/>
          <pc:sldMk cId="2006238317" sldId="259"/>
        </pc:sldMkLst>
        <pc:spChg chg="add mod">
          <ac:chgData name="Alice_Cho" userId="91449dbd-9e62-46b3-8971-31c7f1d10fa4" providerId="ADAL" clId="{094C4EEF-23D6-47CE-AA35-25BF07F867DC}" dt="2026-03-31T06:26:33.221" v="32237" actId="14100"/>
          <ac:spMkLst>
            <pc:docMk/>
            <pc:sldMk cId="2006238317" sldId="259"/>
            <ac:spMk id="2" creationId="{20A14305-AE15-9AEE-D12C-44042E9D77A9}"/>
          </ac:spMkLst>
        </pc:spChg>
        <pc:spChg chg="add mod">
          <ac:chgData name="Alice_Cho" userId="91449dbd-9e62-46b3-8971-31c7f1d10fa4" providerId="ADAL" clId="{094C4EEF-23D6-47CE-AA35-25BF07F867DC}" dt="2026-03-31T06:24:39.623" v="32135" actId="1076"/>
          <ac:spMkLst>
            <pc:docMk/>
            <pc:sldMk cId="2006238317" sldId="259"/>
            <ac:spMk id="3" creationId="{A6ED1E41-E0C2-493F-290F-58990ADDD407}"/>
          </ac:spMkLst>
        </pc:spChg>
        <pc:spChg chg="add mod">
          <ac:chgData name="Alice_Cho" userId="91449dbd-9e62-46b3-8971-31c7f1d10fa4" providerId="ADAL" clId="{094C4EEF-23D6-47CE-AA35-25BF07F867DC}" dt="2026-03-31T06:26:30.169" v="32236" actId="1076"/>
          <ac:spMkLst>
            <pc:docMk/>
            <pc:sldMk cId="2006238317" sldId="259"/>
            <ac:spMk id="4" creationId="{EA20B842-A377-40E5-9BE8-15876EAA026D}"/>
          </ac:spMkLst>
        </pc:spChg>
        <pc:spChg chg="add mod">
          <ac:chgData name="Alice_Cho" userId="91449dbd-9e62-46b3-8971-31c7f1d10fa4" providerId="ADAL" clId="{094C4EEF-23D6-47CE-AA35-25BF07F867DC}" dt="2026-03-31T05:32:06.633" v="31851" actId="1076"/>
          <ac:spMkLst>
            <pc:docMk/>
            <pc:sldMk cId="2006238317" sldId="259"/>
            <ac:spMk id="8" creationId="{1FC97182-B9EC-DFAD-47EA-856E832A97DC}"/>
          </ac:spMkLst>
        </pc:spChg>
        <pc:spChg chg="add mod">
          <ac:chgData name="Alice_Cho" userId="91449dbd-9e62-46b3-8971-31c7f1d10fa4" providerId="ADAL" clId="{094C4EEF-23D6-47CE-AA35-25BF07F867DC}" dt="2026-03-31T05:32:11.221" v="31867" actId="20577"/>
          <ac:spMkLst>
            <pc:docMk/>
            <pc:sldMk cId="2006238317" sldId="259"/>
            <ac:spMk id="10" creationId="{922E6831-D61C-F9E0-CD99-8FD8944315A3}"/>
          </ac:spMkLst>
        </pc:spChg>
        <pc:spChg chg="add mod">
          <ac:chgData name="Alice_Cho" userId="91449dbd-9e62-46b3-8971-31c7f1d10fa4" providerId="ADAL" clId="{094C4EEF-23D6-47CE-AA35-25BF07F867DC}" dt="2026-03-31T05:32:18.847" v="31869" actId="1076"/>
          <ac:spMkLst>
            <pc:docMk/>
            <pc:sldMk cId="2006238317" sldId="259"/>
            <ac:spMk id="11" creationId="{AEAFF353-8488-4180-5695-295E7AE1B9F8}"/>
          </ac:spMkLst>
        </pc:spChg>
        <pc:spChg chg="add mod">
          <ac:chgData name="Alice_Cho" userId="91449dbd-9e62-46b3-8971-31c7f1d10fa4" providerId="ADAL" clId="{094C4EEF-23D6-47CE-AA35-25BF07F867DC}" dt="2026-03-31T05:32:26.814" v="31891" actId="20577"/>
          <ac:spMkLst>
            <pc:docMk/>
            <pc:sldMk cId="2006238317" sldId="259"/>
            <ac:spMk id="13" creationId="{DA6D59CF-E54E-E8B9-A074-FDCBABFD7FB7}"/>
          </ac:spMkLst>
        </pc:spChg>
        <pc:spChg chg="add mod">
          <ac:chgData name="Alice_Cho" userId="91449dbd-9e62-46b3-8971-31c7f1d10fa4" providerId="ADAL" clId="{094C4EEF-23D6-47CE-AA35-25BF07F867DC}" dt="2026-03-31T06:26:30.169" v="32236" actId="1076"/>
          <ac:spMkLst>
            <pc:docMk/>
            <pc:sldMk cId="2006238317" sldId="259"/>
            <ac:spMk id="14" creationId="{E90E915E-C3E4-85FA-1130-2D780CE6CC84}"/>
          </ac:spMkLst>
        </pc:spChg>
        <pc:picChg chg="add mod">
          <ac:chgData name="Alice_Cho" userId="91449dbd-9e62-46b3-8971-31c7f1d10fa4" providerId="ADAL" clId="{094C4EEF-23D6-47CE-AA35-25BF07F867DC}" dt="2026-03-31T05:31:55.018" v="31849"/>
          <ac:picMkLst>
            <pc:docMk/>
            <pc:sldMk cId="2006238317" sldId="259"/>
            <ac:picMk id="7" creationId="{EC9DB3BA-52E1-7314-2D77-5D81E721DD68}"/>
          </ac:picMkLst>
        </pc:picChg>
        <pc:cxnChg chg="add mod">
          <ac:chgData name="Alice_Cho" userId="91449dbd-9e62-46b3-8971-31c7f1d10fa4" providerId="ADAL" clId="{094C4EEF-23D6-47CE-AA35-25BF07F867DC}" dt="2026-03-31T06:26:30.169" v="32236" actId="1076"/>
          <ac:cxnSpMkLst>
            <pc:docMk/>
            <pc:sldMk cId="2006238317" sldId="259"/>
            <ac:cxnSpMk id="6" creationId="{EAC34466-CCED-B9C2-4C65-4E857DCDA574}"/>
          </ac:cxnSpMkLst>
        </pc:cxnChg>
        <pc:cxnChg chg="add mod">
          <ac:chgData name="Alice_Cho" userId="91449dbd-9e62-46b3-8971-31c7f1d10fa4" providerId="ADAL" clId="{094C4EEF-23D6-47CE-AA35-25BF07F867DC}" dt="2026-03-31T05:32:06.633" v="31851" actId="1076"/>
          <ac:cxnSpMkLst>
            <pc:docMk/>
            <pc:sldMk cId="2006238317" sldId="259"/>
            <ac:cxnSpMk id="9" creationId="{9FA43B55-C79F-5D9C-BF8C-8A20B5E37E86}"/>
          </ac:cxnSpMkLst>
        </pc:cxnChg>
        <pc:cxnChg chg="add mod">
          <ac:chgData name="Alice_Cho" userId="91449dbd-9e62-46b3-8971-31c7f1d10fa4" providerId="ADAL" clId="{094C4EEF-23D6-47CE-AA35-25BF07F867DC}" dt="2026-03-31T05:32:18.847" v="31869" actId="1076"/>
          <ac:cxnSpMkLst>
            <pc:docMk/>
            <pc:sldMk cId="2006238317" sldId="259"/>
            <ac:cxnSpMk id="12" creationId="{C08888E5-2D20-BC1A-7CD2-FA419DAC16A9}"/>
          </ac:cxnSpMkLst>
        </pc:cxnChg>
      </pc:sldChg>
      <pc:sldChg chg="addSp delSp modSp add mod">
        <pc:chgData name="Alice_Cho" userId="91449dbd-9e62-46b3-8971-31c7f1d10fa4" providerId="ADAL" clId="{094C4EEF-23D6-47CE-AA35-25BF07F867DC}" dt="2026-03-31T06:39:25.307" v="32244" actId="20577"/>
        <pc:sldMkLst>
          <pc:docMk/>
          <pc:sldMk cId="2438720790" sldId="260"/>
        </pc:sldMkLst>
        <pc:spChg chg="add mod ord">
          <ac:chgData name="Alice_Cho" userId="91449dbd-9e62-46b3-8971-31c7f1d10fa4" providerId="ADAL" clId="{094C4EEF-23D6-47CE-AA35-25BF07F867DC}" dt="2026-03-31T06:24:56.654" v="32138" actId="170"/>
          <ac:spMkLst>
            <pc:docMk/>
            <pc:sldMk cId="2438720790" sldId="260"/>
            <ac:spMk id="2" creationId="{6E7BA092-2F31-7A44-E3BB-042B3C06D87A}"/>
          </ac:spMkLst>
        </pc:spChg>
        <pc:spChg chg="add mod">
          <ac:chgData name="Alice_Cho" userId="91449dbd-9e62-46b3-8971-31c7f1d10fa4" providerId="ADAL" clId="{094C4EEF-23D6-47CE-AA35-25BF07F867DC}" dt="2026-03-31T06:39:25.307" v="32244" actId="20577"/>
          <ac:spMkLst>
            <pc:docMk/>
            <pc:sldMk cId="2438720790" sldId="260"/>
            <ac:spMk id="3" creationId="{881766F3-B759-E75B-3EC6-7BEA49CF8AFA}"/>
          </ac:spMkLst>
        </pc:spChg>
        <pc:spChg chg="mod">
          <ac:chgData name="Alice_Cho" userId="91449dbd-9e62-46b3-8971-31c7f1d10fa4" providerId="ADAL" clId="{094C4EEF-23D6-47CE-AA35-25BF07F867DC}" dt="2026-03-31T06:23:41.798" v="32118" actId="207"/>
          <ac:spMkLst>
            <pc:docMk/>
            <pc:sldMk cId="2438720790" sldId="260"/>
            <ac:spMk id="8" creationId="{6968C898-94F3-180C-F7AF-6C3355A0E1A6}"/>
          </ac:spMkLst>
        </pc:spChg>
        <pc:spChg chg="mod">
          <ac:chgData name="Alice_Cho" userId="91449dbd-9e62-46b3-8971-31c7f1d10fa4" providerId="ADAL" clId="{094C4EEF-23D6-47CE-AA35-25BF07F867DC}" dt="2026-03-31T06:23:41.798" v="32118" actId="207"/>
          <ac:spMkLst>
            <pc:docMk/>
            <pc:sldMk cId="2438720790" sldId="260"/>
            <ac:spMk id="12" creationId="{CFAF1C34-6613-EC81-37F5-89542836011B}"/>
          </ac:spMkLst>
        </pc:spChg>
        <pc:spChg chg="mod">
          <ac:chgData name="Alice_Cho" userId="91449dbd-9e62-46b3-8971-31c7f1d10fa4" providerId="ADAL" clId="{094C4EEF-23D6-47CE-AA35-25BF07F867DC}" dt="2026-03-31T06:23:48.229" v="32119" actId="207"/>
          <ac:spMkLst>
            <pc:docMk/>
            <pc:sldMk cId="2438720790" sldId="260"/>
            <ac:spMk id="15" creationId="{1DB2E86B-6BE2-F372-443B-306472D684F5}"/>
          </ac:spMkLst>
        </pc:spChg>
        <pc:spChg chg="mod">
          <ac:chgData name="Alice_Cho" userId="91449dbd-9e62-46b3-8971-31c7f1d10fa4" providerId="ADAL" clId="{094C4EEF-23D6-47CE-AA35-25BF07F867DC}" dt="2026-03-31T06:23:41.798" v="32118" actId="207"/>
          <ac:spMkLst>
            <pc:docMk/>
            <pc:sldMk cId="2438720790" sldId="260"/>
            <ac:spMk id="18" creationId="{42F2BEF4-6C6C-BE99-C442-9C4D2C49B2EB}"/>
          </ac:spMkLst>
        </pc:spChg>
        <pc:spChg chg="mod">
          <ac:chgData name="Alice_Cho" userId="91449dbd-9e62-46b3-8971-31c7f1d10fa4" providerId="ADAL" clId="{094C4EEF-23D6-47CE-AA35-25BF07F867DC}" dt="2026-03-31T06:23:41.798" v="32118" actId="207"/>
          <ac:spMkLst>
            <pc:docMk/>
            <pc:sldMk cId="2438720790" sldId="260"/>
            <ac:spMk id="27" creationId="{283B7744-A52C-CFDB-C5D2-F1BE2E481FC2}"/>
          </ac:spMkLst>
        </pc:spChg>
        <pc:spChg chg="mod">
          <ac:chgData name="Alice_Cho" userId="91449dbd-9e62-46b3-8971-31c7f1d10fa4" providerId="ADAL" clId="{094C4EEF-23D6-47CE-AA35-25BF07F867DC}" dt="2026-03-31T06:23:27.714" v="32117" actId="207"/>
          <ac:spMkLst>
            <pc:docMk/>
            <pc:sldMk cId="2438720790" sldId="260"/>
            <ac:spMk id="30" creationId="{43459324-F78D-4C59-9BF6-0B4E3AC115F2}"/>
          </ac:spMkLst>
        </pc:spChg>
        <pc:spChg chg="mod">
          <ac:chgData name="Alice_Cho" userId="91449dbd-9e62-46b3-8971-31c7f1d10fa4" providerId="ADAL" clId="{094C4EEF-23D6-47CE-AA35-25BF07F867DC}" dt="2026-03-31T06:24:07.884" v="32129" actId="1035"/>
          <ac:spMkLst>
            <pc:docMk/>
            <pc:sldMk cId="2438720790" sldId="260"/>
            <ac:spMk id="32" creationId="{4D9CDFE2-6717-6E52-6FDD-6ABFA58DBFC2}"/>
          </ac:spMkLst>
        </pc:spChg>
        <pc:cxnChg chg="mod">
          <ac:chgData name="Alice_Cho" userId="91449dbd-9e62-46b3-8971-31c7f1d10fa4" providerId="ADAL" clId="{094C4EEF-23D6-47CE-AA35-25BF07F867DC}" dt="2026-03-31T06:23:20.644" v="32115" actId="208"/>
          <ac:cxnSpMkLst>
            <pc:docMk/>
            <pc:sldMk cId="2438720790" sldId="260"/>
            <ac:cxnSpMk id="10" creationId="{F95A41C6-EEC2-BDB2-CE1B-CC1D00C81426}"/>
          </ac:cxnSpMkLst>
        </pc:cxnChg>
        <pc:cxnChg chg="mod">
          <ac:chgData name="Alice_Cho" userId="91449dbd-9e62-46b3-8971-31c7f1d10fa4" providerId="ADAL" clId="{094C4EEF-23D6-47CE-AA35-25BF07F867DC}" dt="2026-03-31T06:23:20.644" v="32115" actId="208"/>
          <ac:cxnSpMkLst>
            <pc:docMk/>
            <pc:sldMk cId="2438720790" sldId="260"/>
            <ac:cxnSpMk id="13" creationId="{DDE4207F-3FDB-2BAA-6777-C8B508F7E6C5}"/>
          </ac:cxnSpMkLst>
        </pc:cxnChg>
        <pc:cxnChg chg="mod">
          <ac:chgData name="Alice_Cho" userId="91449dbd-9e62-46b3-8971-31c7f1d10fa4" providerId="ADAL" clId="{094C4EEF-23D6-47CE-AA35-25BF07F867DC}" dt="2026-03-31T06:23:51.757" v="32120" actId="208"/>
          <ac:cxnSpMkLst>
            <pc:docMk/>
            <pc:sldMk cId="2438720790" sldId="260"/>
            <ac:cxnSpMk id="16" creationId="{CBDC2ACA-5172-AE29-40D0-B926E0F934F7}"/>
          </ac:cxnSpMkLst>
        </pc:cxnChg>
        <pc:cxnChg chg="mod">
          <ac:chgData name="Alice_Cho" userId="91449dbd-9e62-46b3-8971-31c7f1d10fa4" providerId="ADAL" clId="{094C4EEF-23D6-47CE-AA35-25BF07F867DC}" dt="2026-03-31T06:23:20.644" v="32115" actId="208"/>
          <ac:cxnSpMkLst>
            <pc:docMk/>
            <pc:sldMk cId="2438720790" sldId="260"/>
            <ac:cxnSpMk id="19" creationId="{D6E789BD-2C3D-8670-1BD4-03D778EC95B7}"/>
          </ac:cxnSpMkLst>
        </pc:cxnChg>
        <pc:cxnChg chg="mod">
          <ac:chgData name="Alice_Cho" userId="91449dbd-9e62-46b3-8971-31c7f1d10fa4" providerId="ADAL" clId="{094C4EEF-23D6-47CE-AA35-25BF07F867DC}" dt="2026-03-31T06:23:20.644" v="32115" actId="208"/>
          <ac:cxnSpMkLst>
            <pc:docMk/>
            <pc:sldMk cId="2438720790" sldId="260"/>
            <ac:cxnSpMk id="28" creationId="{ED650F48-1724-FA2F-105D-7D6BBA782EA9}"/>
          </ac:cxnSpMkLst>
        </pc:cxnChg>
        <pc:cxnChg chg="mod">
          <ac:chgData name="Alice_Cho" userId="91449dbd-9e62-46b3-8971-31c7f1d10fa4" providerId="ADAL" clId="{094C4EEF-23D6-47CE-AA35-25BF07F867DC}" dt="2026-03-31T06:23:20.644" v="32115" actId="208"/>
          <ac:cxnSpMkLst>
            <pc:docMk/>
            <pc:sldMk cId="2438720790" sldId="260"/>
            <ac:cxnSpMk id="31" creationId="{3189118C-E7B2-C42D-87AD-18C270A8EEEC}"/>
          </ac:cxnSpMkLst>
        </pc:cxnChg>
      </pc:sldChg>
      <pc:sldChg chg="addSp delSp modSp add mod">
        <pc:chgData name="Alice_Cho" userId="91449dbd-9e62-46b3-8971-31c7f1d10fa4" providerId="ADAL" clId="{094C4EEF-23D6-47CE-AA35-25BF07F867DC}" dt="2026-03-31T06:26:23.048" v="32234" actId="14100"/>
        <pc:sldMkLst>
          <pc:docMk/>
          <pc:sldMk cId="2792519619" sldId="261"/>
        </pc:sldMkLst>
        <pc:spChg chg="add mod">
          <ac:chgData name="Alice_Cho" userId="91449dbd-9e62-46b3-8971-31c7f1d10fa4" providerId="ADAL" clId="{094C4EEF-23D6-47CE-AA35-25BF07F867DC}" dt="2026-03-31T06:25:38.283" v="32146" actId="14100"/>
          <ac:spMkLst>
            <pc:docMk/>
            <pc:sldMk cId="2792519619" sldId="261"/>
            <ac:spMk id="3" creationId="{0027A80D-A695-8C1C-6196-8DFB5350FB78}"/>
          </ac:spMkLst>
        </pc:spChg>
        <pc:spChg chg="add mod">
          <ac:chgData name="Alice_Cho" userId="91449dbd-9e62-46b3-8971-31c7f1d10fa4" providerId="ADAL" clId="{094C4EEF-23D6-47CE-AA35-25BF07F867DC}" dt="2026-03-31T06:25:42.074" v="32148" actId="1076"/>
          <ac:spMkLst>
            <pc:docMk/>
            <pc:sldMk cId="2792519619" sldId="261"/>
            <ac:spMk id="4" creationId="{2CEA4DE9-6389-C8B6-4802-1FDAC6BD51AC}"/>
          </ac:spMkLst>
        </pc:spChg>
        <pc:spChg chg="add mod">
          <ac:chgData name="Alice_Cho" userId="91449dbd-9e62-46b3-8971-31c7f1d10fa4" providerId="ADAL" clId="{094C4EEF-23D6-47CE-AA35-25BF07F867DC}" dt="2026-03-31T06:25:59.471" v="32154" actId="1037"/>
          <ac:spMkLst>
            <pc:docMk/>
            <pc:sldMk cId="2792519619" sldId="261"/>
            <ac:spMk id="6" creationId="{5CC9627F-2AC7-8C6E-4FE5-9D5FCE275C01}"/>
          </ac:spMkLst>
        </pc:spChg>
        <pc:spChg chg="add mod">
          <ac:chgData name="Alice_Cho" userId="91449dbd-9e62-46b3-8971-31c7f1d10fa4" providerId="ADAL" clId="{094C4EEF-23D6-47CE-AA35-25BF07F867DC}" dt="2026-03-31T06:26:23.048" v="32234" actId="14100"/>
          <ac:spMkLst>
            <pc:docMk/>
            <pc:sldMk cId="2792519619" sldId="261"/>
            <ac:spMk id="33" creationId="{461732BA-335D-E889-BB5C-19D61C2141EA}"/>
          </ac:spMkLst>
        </pc:spChg>
        <pc:cxnChg chg="add mod">
          <ac:chgData name="Alice_Cho" userId="91449dbd-9e62-46b3-8971-31c7f1d10fa4" providerId="ADAL" clId="{094C4EEF-23D6-47CE-AA35-25BF07F867DC}" dt="2026-03-31T06:25:59.471" v="32154" actId="1037"/>
          <ac:cxnSpMkLst>
            <pc:docMk/>
            <pc:sldMk cId="2792519619" sldId="261"/>
            <ac:cxnSpMk id="9" creationId="{965659DF-29CA-F5F1-8CB0-B36C06EB4905}"/>
          </ac:cxnSpMkLst>
        </pc:cxnChg>
      </pc:sldChg>
      <pc:sldChg chg="addSp delSp modSp new del mod">
        <pc:chgData name="Alice_Cho" userId="91449dbd-9e62-46b3-8971-31c7f1d10fa4" providerId="ADAL" clId="{094C4EEF-23D6-47CE-AA35-25BF07F867DC}" dt="2026-04-07T00:36:26.494" v="32255" actId="47"/>
        <pc:sldMkLst>
          <pc:docMk/>
          <pc:sldMk cId="2547994650" sldId="2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CF161B57-7746-A06C-B388-B805136B9A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F1E92B7-56A8-0EB1-1FD5-E637E9A4A2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53B30-8948-4428-A78D-BE0BD9613AD8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0EA47E6-2A74-DFA2-384B-869E6B16AE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2531BD0-2209-10A3-F2D3-96EFAE583E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E987D-7AB5-4771-94F6-6152FD678E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09208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91824-8D78-4668-9C69-C8F7824CDF31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2A346-5966-40C1-8F7B-56C28F4BEB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0210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6C7248-3B85-B69E-B610-A29D1B407D5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9618" y="2621756"/>
            <a:ext cx="9144000" cy="2829719"/>
          </a:xfrm>
        </p:spPr>
        <p:txBody>
          <a:bodyPr anchor="b"/>
          <a:lstStyle>
            <a:lvl1pPr algn="l">
              <a:defRPr sz="66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2026</a:t>
            </a:r>
            <a:br>
              <a:rPr lang="en-US" altLang="zh-TW" dirty="0"/>
            </a:br>
            <a:r>
              <a:rPr lang="en-US" altLang="zh-TW" dirty="0"/>
              <a:t>ADATA</a:t>
            </a:r>
            <a:r>
              <a:rPr lang="zh-TW" altLang="en-US" dirty="0"/>
              <a:t> </a:t>
            </a:r>
            <a:r>
              <a:rPr lang="en-US" altLang="zh-TW" dirty="0"/>
              <a:t>BRAND</a:t>
            </a:r>
            <a:br>
              <a:rPr lang="en-US" altLang="zh-TW" dirty="0"/>
            </a:br>
            <a:r>
              <a:rPr lang="en-US" altLang="zh-TW" dirty="0"/>
              <a:t>PPT</a:t>
            </a:r>
            <a:r>
              <a:rPr lang="zh-TW" altLang="en-US" dirty="0"/>
              <a:t> </a:t>
            </a:r>
            <a:r>
              <a:rPr lang="en-US" altLang="zh-TW" dirty="0"/>
              <a:t>Template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EBACEF1-C4F0-8C53-1C95-BD653AFAEF1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59618" y="5721826"/>
            <a:ext cx="5621215" cy="5588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FE000F12-733E-4C07-8C4F-DA4DD1142AA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9224960" y="5886134"/>
            <a:ext cx="2626521" cy="5588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2026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01</a:t>
            </a:r>
            <a:r>
              <a:rPr lang="zh-TW" altLang="en-US" dirty="0"/>
              <a:t> </a:t>
            </a:r>
            <a:r>
              <a:rPr lang="en-US" altLang="zh-TW" dirty="0"/>
              <a:t>/</a:t>
            </a:r>
            <a:r>
              <a:rPr lang="zh-TW" altLang="en-US" dirty="0"/>
              <a:t> </a:t>
            </a:r>
            <a:r>
              <a:rPr lang="en-US" altLang="zh-TW" dirty="0"/>
              <a:t>01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528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270E61-AA9C-3AA1-870D-CA661D938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4074E5-7302-C0CD-3A57-082581E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80CA4C-D1ED-444C-4663-CCE2C440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BDDE3-9731-49B4-B0FB-C24F49C5663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5A41CE1D-44B2-C9AD-BCBA-DB88A3AA30A5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60048" y="2605865"/>
            <a:ext cx="5621215" cy="2584939"/>
          </a:xfrm>
        </p:spPr>
        <p:txBody>
          <a:bodyPr>
            <a:normAutofit/>
          </a:bodyPr>
          <a:lstStyle>
            <a:lvl1pPr marL="268288" marR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lvl="0"/>
            <a:endParaRPr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3FF6C7B9-6648-F30C-2D40-B361FA2641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048" y="1200400"/>
            <a:ext cx="6518596" cy="1213100"/>
          </a:xfrm>
        </p:spPr>
        <p:txBody>
          <a:bodyPr anchor="b">
            <a:normAutofit/>
          </a:bodyPr>
          <a:lstStyle>
            <a:lvl1pPr>
              <a:defRPr sz="66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Agenda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6786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1A41F3E5-A6AD-F32F-88A3-479E33953C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048" y="1200400"/>
            <a:ext cx="6518596" cy="1213100"/>
          </a:xfrm>
        </p:spPr>
        <p:txBody>
          <a:bodyPr anchor="b">
            <a:normAutofit/>
          </a:bodyPr>
          <a:lstStyle>
            <a:lvl1pPr>
              <a:defRPr sz="66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Section Title</a:t>
            </a:r>
            <a:endParaRPr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B67D3083-7BE8-39BD-9C99-67F80ACC39E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60048" y="2605865"/>
            <a:ext cx="5621215" cy="2584939"/>
          </a:xfrm>
        </p:spPr>
        <p:txBody>
          <a:bodyPr>
            <a:normAutofit/>
          </a:bodyPr>
          <a:lstStyle>
            <a:lvl1pPr marL="268288" marR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490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863BFBFA-AA8D-2B4C-A989-8AABA5A03F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376" y="86407"/>
            <a:ext cx="11607248" cy="1325563"/>
          </a:xfrm>
        </p:spPr>
        <p:txBody>
          <a:bodyPr>
            <a:normAutofit/>
          </a:bodyPr>
          <a:lstStyle>
            <a:lvl1pPr>
              <a:defRPr sz="5500">
                <a:solidFill>
                  <a:srgbClr val="5097FF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Main Title</a:t>
            </a:r>
            <a:endParaRPr lang="zh-TW" altLang="en-US" dirty="0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29678909-2A03-91E7-7CFF-67B5E9D7CDD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1038" y="1251183"/>
            <a:ext cx="11588586" cy="427555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rgbClr val="5097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10" name="內容版面配置區 3">
            <a:extLst>
              <a:ext uri="{FF2B5EF4-FFF2-40B4-BE49-F238E27FC236}">
                <a16:creationId xmlns:a16="http://schemas.microsoft.com/office/drawing/2014/main" id="{B81198C3-6227-4791-F8EF-2070D8CF502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2375" y="1810334"/>
            <a:ext cx="11607249" cy="414041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｜ </a:t>
            </a:r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2" name="投影片編號版面配置區 5">
            <a:extLst>
              <a:ext uri="{FF2B5EF4-FFF2-40B4-BE49-F238E27FC236}">
                <a16:creationId xmlns:a16="http://schemas.microsoft.com/office/drawing/2014/main" id="{5DD0F9A6-6A42-B6F4-52A7-A119B2B84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1719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BDDE3-9731-49B4-B0FB-C24F49C566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0532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55CA933B-B52B-600B-54F6-4BA6A7063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048" y="1200400"/>
            <a:ext cx="6518596" cy="1213100"/>
          </a:xfrm>
        </p:spPr>
        <p:txBody>
          <a:bodyPr anchor="b">
            <a:normAutofit/>
          </a:bodyPr>
          <a:lstStyle>
            <a:lvl1pPr>
              <a:defRPr sz="66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Section Title</a:t>
            </a:r>
            <a:endParaRPr lang="zh-TW" altLang="en-US" dirty="0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FF0EE1AC-F65F-88D5-BAA1-54F28E657FC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60048" y="2605865"/>
            <a:ext cx="5621215" cy="2584939"/>
          </a:xfrm>
        </p:spPr>
        <p:txBody>
          <a:bodyPr>
            <a:normAutofit/>
          </a:bodyPr>
          <a:lstStyle>
            <a:lvl1pPr marL="268288" marR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6721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88937D4A-43F8-398A-90E0-FD84B250A6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282" y="86407"/>
            <a:ext cx="11607248" cy="1325563"/>
          </a:xfrm>
        </p:spPr>
        <p:txBody>
          <a:bodyPr>
            <a:normAutofit/>
          </a:bodyPr>
          <a:lstStyle>
            <a:lvl1pPr>
              <a:defRPr sz="5500">
                <a:solidFill>
                  <a:srgbClr val="19C71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Main Title</a:t>
            </a:r>
            <a:endParaRPr lang="zh-TW" alt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AACF3D52-2B8B-E678-A1BE-431561FBCF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7944" y="1251183"/>
            <a:ext cx="11588586" cy="427555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rgbClr val="19C71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8" name="內容版面配置區 3">
            <a:extLst>
              <a:ext uri="{FF2B5EF4-FFF2-40B4-BE49-F238E27FC236}">
                <a16:creationId xmlns:a16="http://schemas.microsoft.com/office/drawing/2014/main" id="{65769EFC-A43B-7E4A-0968-1F2F93476E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89281" y="1810334"/>
            <a:ext cx="11607249" cy="414041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｜ </a:t>
            </a:r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90880880-685E-A559-0ECF-5C618F254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1719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BDDE3-9731-49B4-B0FB-C24F49C566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034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55CA933B-B52B-600B-54F6-4BA6A7063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048" y="1200400"/>
            <a:ext cx="6518596" cy="1213100"/>
          </a:xfrm>
        </p:spPr>
        <p:txBody>
          <a:bodyPr anchor="b">
            <a:normAutofit/>
          </a:bodyPr>
          <a:lstStyle>
            <a:lvl1pPr>
              <a:defRPr sz="66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Section Title</a:t>
            </a:r>
            <a:endParaRPr lang="zh-TW" altLang="en-US" dirty="0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FF0EE1AC-F65F-88D5-BAA1-54F28E657FC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60048" y="2605865"/>
            <a:ext cx="5621215" cy="2584939"/>
          </a:xfrm>
        </p:spPr>
        <p:txBody>
          <a:bodyPr>
            <a:normAutofit/>
          </a:bodyPr>
          <a:lstStyle>
            <a:lvl1pPr marL="268288" marR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34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88937D4A-43F8-398A-90E0-FD84B250A6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282" y="86407"/>
            <a:ext cx="11607248" cy="1325563"/>
          </a:xfrm>
        </p:spPr>
        <p:txBody>
          <a:bodyPr>
            <a:normAutofit/>
          </a:bodyPr>
          <a:lstStyle>
            <a:lvl1pPr>
              <a:defRPr sz="5500">
                <a:solidFill>
                  <a:srgbClr val="FF900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Main Title</a:t>
            </a:r>
            <a:endParaRPr lang="zh-TW" alt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AACF3D52-2B8B-E678-A1BE-431561FBCF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7944" y="1251183"/>
            <a:ext cx="11588586" cy="427555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rgbClr val="FF9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8" name="內容版面配置區 3">
            <a:extLst>
              <a:ext uri="{FF2B5EF4-FFF2-40B4-BE49-F238E27FC236}">
                <a16:creationId xmlns:a16="http://schemas.microsoft.com/office/drawing/2014/main" id="{65769EFC-A43B-7E4A-0968-1F2F93476E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89281" y="1810334"/>
            <a:ext cx="11607249" cy="414041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｜ </a:t>
            </a:r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1806246-A94D-D6D4-4847-A6E3ABCFBB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1719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BDDE3-9731-49B4-B0FB-C24F49C566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74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比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55CA933B-B52B-600B-54F6-4BA6A7063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048" y="1200400"/>
            <a:ext cx="6518596" cy="1213100"/>
          </a:xfrm>
        </p:spPr>
        <p:txBody>
          <a:bodyPr anchor="b">
            <a:normAutofit/>
          </a:bodyPr>
          <a:lstStyle>
            <a:lvl1pPr>
              <a:defRPr sz="66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Section Title</a:t>
            </a:r>
            <a:endParaRPr lang="zh-TW" altLang="en-US" dirty="0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FF0EE1AC-F65F-88D5-BAA1-54F28E657FC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60048" y="2605865"/>
            <a:ext cx="5621215" cy="2584939"/>
          </a:xfrm>
        </p:spPr>
        <p:txBody>
          <a:bodyPr>
            <a:normAutofit/>
          </a:bodyPr>
          <a:lstStyle>
            <a:lvl1pPr marL="268288" marR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990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只有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88937D4A-43F8-398A-90E0-FD84B250A6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282" y="86407"/>
            <a:ext cx="11607248" cy="1325563"/>
          </a:xfrm>
        </p:spPr>
        <p:txBody>
          <a:bodyPr>
            <a:normAutofit/>
          </a:bodyPr>
          <a:lstStyle>
            <a:lvl1pPr>
              <a:defRPr sz="5500">
                <a:solidFill>
                  <a:srgbClr val="FF47FF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Main Title</a:t>
            </a:r>
            <a:endParaRPr lang="zh-TW" alt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AACF3D52-2B8B-E678-A1BE-431561FBCF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7944" y="1251183"/>
            <a:ext cx="11588586" cy="427555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rgbClr val="FF47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8" name="內容版面配置區 3">
            <a:extLst>
              <a:ext uri="{FF2B5EF4-FFF2-40B4-BE49-F238E27FC236}">
                <a16:creationId xmlns:a16="http://schemas.microsoft.com/office/drawing/2014/main" id="{65769EFC-A43B-7E4A-0968-1F2F93476E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89281" y="1810334"/>
            <a:ext cx="11607249" cy="414041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｜ </a:t>
            </a:r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9C964AD6-053B-D974-FDA9-BD263FB5B3FD}"/>
              </a:ext>
            </a:extLst>
          </p:cNvPr>
          <p:cNvSpPr txBox="1">
            <a:spLocks/>
          </p:cNvSpPr>
          <p:nvPr userDrawn="1"/>
        </p:nvSpPr>
        <p:spPr>
          <a:xfrm>
            <a:off x="821719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70BDDE3-9731-49B4-B0FB-C24F49C5663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23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749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7132EC0-3CCB-9006-29F8-137EF333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6E60A8-C6E3-0566-5D32-6D054CE7B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AC589B-4352-7A12-F125-1194B96DA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699B4B-B83D-986E-2DBD-2FEF8DE5AB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991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5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23BCCD6-8788-28BE-E627-86DBD440F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70BDDE3-9731-49B4-B0FB-C24F49C56637}" type="slidenum">
              <a:rPr lang="zh-TW" altLang="en-US" smtClean="0"/>
              <a:t>1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9ADB53C-E840-0791-63F7-ECFD6708C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539" y="1075076"/>
            <a:ext cx="8716265" cy="4988179"/>
          </a:xfrm>
          <a:prstGeom prst="rect">
            <a:avLst/>
          </a:prstGeom>
        </p:spPr>
      </p:pic>
      <p:sp>
        <p:nvSpPr>
          <p:cNvPr id="2" name="L 圖案 1">
            <a:extLst>
              <a:ext uri="{FF2B5EF4-FFF2-40B4-BE49-F238E27FC236}">
                <a16:creationId xmlns:a16="http://schemas.microsoft.com/office/drawing/2014/main" id="{650EC217-7211-6C4B-4FD8-6D7EC9508EC1}"/>
              </a:ext>
            </a:extLst>
          </p:cNvPr>
          <p:cNvSpPr/>
          <p:nvPr/>
        </p:nvSpPr>
        <p:spPr>
          <a:xfrm rot="5400000">
            <a:off x="4019016" y="-881692"/>
            <a:ext cx="5089934" cy="8791639"/>
          </a:xfrm>
          <a:prstGeom prst="corner">
            <a:avLst>
              <a:gd name="adj1" fmla="val 13639"/>
              <a:gd name="adj2" fmla="val 860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91BA3D-B51F-AB4F-D79A-6D08420CFC7A}"/>
              </a:ext>
            </a:extLst>
          </p:cNvPr>
          <p:cNvSpPr/>
          <p:nvPr/>
        </p:nvSpPr>
        <p:spPr>
          <a:xfrm>
            <a:off x="2929882" y="1471418"/>
            <a:ext cx="8029921" cy="4587677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564A934-F965-D758-E8B5-8DB9E57CBAC8}"/>
              </a:ext>
            </a:extLst>
          </p:cNvPr>
          <p:cNvSpPr txBox="1"/>
          <p:nvPr/>
        </p:nvSpPr>
        <p:spPr>
          <a:xfrm>
            <a:off x="4223207" y="1027938"/>
            <a:ext cx="2511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highlight>
                  <a:srgbClr val="FF0000"/>
                </a:highlight>
              </a:rPr>
              <a:t>狀態列與載入畫面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38E6ED2-F7D0-F77F-763B-E004AF077347}"/>
              </a:ext>
            </a:extLst>
          </p:cNvPr>
          <p:cNvSpPr txBox="1"/>
          <p:nvPr/>
        </p:nvSpPr>
        <p:spPr>
          <a:xfrm>
            <a:off x="9406549" y="1533247"/>
            <a:ext cx="158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highlight>
                  <a:srgbClr val="0000FF"/>
                </a:highlight>
              </a:rPr>
              <a:t>對話與互動</a:t>
            </a: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4755F110-7CE1-F374-2944-126B9AB82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1728" y="3847343"/>
            <a:ext cx="2743200" cy="2108258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A3100FAF-8952-4D2A-900F-E528E2482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4" y="2952055"/>
            <a:ext cx="2699371" cy="207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24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4F6A872-C61D-B7CA-232E-52D26E08D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70BDDE3-9731-49B4-B0FB-C24F49C56637}" type="slidenum">
              <a:rPr lang="zh-TW" altLang="en-US" smtClean="0"/>
              <a:t>2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C2BBCB8-FB83-50BB-75D0-A78930ADD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02" y="190048"/>
            <a:ext cx="11250595" cy="6477904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31BA2B7-10DE-9A2B-0484-96EB6FE5859B}"/>
              </a:ext>
            </a:extLst>
          </p:cNvPr>
          <p:cNvSpPr txBox="1"/>
          <p:nvPr/>
        </p:nvSpPr>
        <p:spPr>
          <a:xfrm>
            <a:off x="4223207" y="1027938"/>
            <a:ext cx="2511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highlight>
                  <a:srgbClr val="FF0000"/>
                </a:highlight>
              </a:rPr>
              <a:t>載入畫面</a:t>
            </a:r>
          </a:p>
        </p:txBody>
      </p:sp>
    </p:spTree>
    <p:extLst>
      <p:ext uri="{BB962C8B-B14F-4D97-AF65-F5344CB8AC3E}">
        <p14:creationId xmlns:p14="http://schemas.microsoft.com/office/powerpoint/2010/main" val="489902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F4E44-9728-CEAB-A01F-4F1B41C0E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BE14430-41C6-617B-1795-617DE282CD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70BDDE3-9731-49B4-B0FB-C24F49C56637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C652968-B863-247B-CAA2-3FE9F7878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60" y="242443"/>
            <a:ext cx="11136279" cy="6373114"/>
          </a:xfrm>
          <a:prstGeom prst="rect">
            <a:avLst/>
          </a:prstGeom>
        </p:spPr>
      </p:pic>
      <p:sp>
        <p:nvSpPr>
          <p:cNvPr id="2" name="L 圖案 1">
            <a:extLst>
              <a:ext uri="{FF2B5EF4-FFF2-40B4-BE49-F238E27FC236}">
                <a16:creationId xmlns:a16="http://schemas.microsoft.com/office/drawing/2014/main" id="{6E7BA092-2F31-7A44-E3BB-042B3C06D87A}"/>
              </a:ext>
            </a:extLst>
          </p:cNvPr>
          <p:cNvSpPr/>
          <p:nvPr/>
        </p:nvSpPr>
        <p:spPr>
          <a:xfrm rot="5400000">
            <a:off x="2856100" y="-2245528"/>
            <a:ext cx="6359251" cy="11288176"/>
          </a:xfrm>
          <a:prstGeom prst="corner">
            <a:avLst>
              <a:gd name="adj1" fmla="val 14528"/>
              <a:gd name="adj2" fmla="val 860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968C898-94F3-180C-F7AF-6C3355A0E1A6}"/>
              </a:ext>
            </a:extLst>
          </p:cNvPr>
          <p:cNvSpPr/>
          <p:nvPr/>
        </p:nvSpPr>
        <p:spPr>
          <a:xfrm>
            <a:off x="2271860" y="499621"/>
            <a:ext cx="113122" cy="113122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95A41C6-EEC2-BDB2-CE1B-CC1D00C81426}"/>
              </a:ext>
            </a:extLst>
          </p:cNvPr>
          <p:cNvCxnSpPr/>
          <p:nvPr/>
        </p:nvCxnSpPr>
        <p:spPr>
          <a:xfrm>
            <a:off x="2328421" y="556182"/>
            <a:ext cx="546755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CCBD972-376C-BF8C-434C-770DEC6EB5D9}"/>
              </a:ext>
            </a:extLst>
          </p:cNvPr>
          <p:cNvSpPr txBox="1"/>
          <p:nvPr/>
        </p:nvSpPr>
        <p:spPr>
          <a:xfrm>
            <a:off x="2875176" y="417682"/>
            <a:ext cx="1065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選擇模型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CFAF1C34-6613-EC81-37F5-89542836011B}"/>
              </a:ext>
            </a:extLst>
          </p:cNvPr>
          <p:cNvSpPr/>
          <p:nvPr/>
        </p:nvSpPr>
        <p:spPr>
          <a:xfrm>
            <a:off x="944252" y="1472153"/>
            <a:ext cx="113122" cy="113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DDE4207F-3FDB-2BAA-6777-C8B508F7E6C5}"/>
              </a:ext>
            </a:extLst>
          </p:cNvPr>
          <p:cNvCxnSpPr/>
          <p:nvPr/>
        </p:nvCxnSpPr>
        <p:spPr>
          <a:xfrm>
            <a:off x="1000813" y="1528714"/>
            <a:ext cx="546755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5EA2A12-9C64-E93A-B956-D5679B8010D7}"/>
              </a:ext>
            </a:extLst>
          </p:cNvPr>
          <p:cNvSpPr txBox="1"/>
          <p:nvPr/>
        </p:nvSpPr>
        <p:spPr>
          <a:xfrm>
            <a:off x="1547568" y="1390214"/>
            <a:ext cx="1065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側邊欄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1DB2E86B-6BE2-F372-443B-306472D684F5}"/>
              </a:ext>
            </a:extLst>
          </p:cNvPr>
          <p:cNvSpPr/>
          <p:nvPr/>
        </p:nvSpPr>
        <p:spPr>
          <a:xfrm>
            <a:off x="1057374" y="5780203"/>
            <a:ext cx="113122" cy="113122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CBDC2ACA-5172-AE29-40D0-B926E0F934F7}"/>
              </a:ext>
            </a:extLst>
          </p:cNvPr>
          <p:cNvCxnSpPr/>
          <p:nvPr/>
        </p:nvCxnSpPr>
        <p:spPr>
          <a:xfrm>
            <a:off x="1113935" y="5836764"/>
            <a:ext cx="546755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93E079A-7BFF-CF3C-5ADB-66AEE8882392}"/>
              </a:ext>
            </a:extLst>
          </p:cNvPr>
          <p:cNvSpPr txBox="1"/>
          <p:nvPr/>
        </p:nvSpPr>
        <p:spPr>
          <a:xfrm>
            <a:off x="1660690" y="5698264"/>
            <a:ext cx="1065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裝置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42F2BEF4-6C6C-BE99-C442-9C4D2C49B2EB}"/>
              </a:ext>
            </a:extLst>
          </p:cNvPr>
          <p:cNvSpPr/>
          <p:nvPr/>
        </p:nvSpPr>
        <p:spPr>
          <a:xfrm>
            <a:off x="1076270" y="6226160"/>
            <a:ext cx="113122" cy="113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6E789BD-2C3D-8670-1BD4-03D778EC95B7}"/>
              </a:ext>
            </a:extLst>
          </p:cNvPr>
          <p:cNvCxnSpPr/>
          <p:nvPr/>
        </p:nvCxnSpPr>
        <p:spPr>
          <a:xfrm>
            <a:off x="1132831" y="6282721"/>
            <a:ext cx="546755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C7F1C2-9659-1DBD-0B8C-21B2D1E8819D}"/>
              </a:ext>
            </a:extLst>
          </p:cNvPr>
          <p:cNvSpPr txBox="1"/>
          <p:nvPr/>
        </p:nvSpPr>
        <p:spPr>
          <a:xfrm>
            <a:off x="1679586" y="6144221"/>
            <a:ext cx="1065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連線狀態</a:t>
            </a: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283B7744-A52C-CFDB-C5D2-F1BE2E481FC2}"/>
              </a:ext>
            </a:extLst>
          </p:cNvPr>
          <p:cNvSpPr/>
          <p:nvPr/>
        </p:nvSpPr>
        <p:spPr>
          <a:xfrm>
            <a:off x="926121" y="800738"/>
            <a:ext cx="113122" cy="113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ED650F48-1724-FA2F-105D-7D6BBA782EA9}"/>
              </a:ext>
            </a:extLst>
          </p:cNvPr>
          <p:cNvCxnSpPr/>
          <p:nvPr/>
        </p:nvCxnSpPr>
        <p:spPr>
          <a:xfrm>
            <a:off x="982682" y="857299"/>
            <a:ext cx="546755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6DE02EC-6CCF-55C0-8205-D0A932CC85C8}"/>
              </a:ext>
            </a:extLst>
          </p:cNvPr>
          <p:cNvSpPr txBox="1"/>
          <p:nvPr/>
        </p:nvSpPr>
        <p:spPr>
          <a:xfrm>
            <a:off x="1529437" y="718799"/>
            <a:ext cx="1065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新對話</a:t>
            </a: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43459324-F78D-4C59-9BF6-0B4E3AC115F2}"/>
              </a:ext>
            </a:extLst>
          </p:cNvPr>
          <p:cNvSpPr/>
          <p:nvPr/>
        </p:nvSpPr>
        <p:spPr>
          <a:xfrm>
            <a:off x="1000814" y="361753"/>
            <a:ext cx="113122" cy="11312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3189118C-E7B2-C42D-87AD-18C270A8EEEC}"/>
              </a:ext>
            </a:extLst>
          </p:cNvPr>
          <p:cNvCxnSpPr/>
          <p:nvPr/>
        </p:nvCxnSpPr>
        <p:spPr>
          <a:xfrm>
            <a:off x="1057375" y="418314"/>
            <a:ext cx="546755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D9CDFE2-6717-6E52-6FDD-6ABFA58DBFC2}"/>
              </a:ext>
            </a:extLst>
          </p:cNvPr>
          <p:cNvSpPr txBox="1"/>
          <p:nvPr/>
        </p:nvSpPr>
        <p:spPr>
          <a:xfrm>
            <a:off x="1604130" y="213825"/>
            <a:ext cx="1065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展開側邊欄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81766F3-B759-E75B-3EC6-7BEA49CF8AFA}"/>
              </a:ext>
            </a:extLst>
          </p:cNvPr>
          <p:cNvSpPr txBox="1"/>
          <p:nvPr/>
        </p:nvSpPr>
        <p:spPr>
          <a:xfrm>
            <a:off x="2328421" y="800737"/>
            <a:ext cx="2511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highlight>
                  <a:srgbClr val="FF0000"/>
                </a:highlight>
              </a:rPr>
              <a:t>狀態列</a:t>
            </a:r>
          </a:p>
        </p:txBody>
      </p:sp>
    </p:spTree>
    <p:extLst>
      <p:ext uri="{BB962C8B-B14F-4D97-AF65-F5344CB8AC3E}">
        <p14:creationId xmlns:p14="http://schemas.microsoft.com/office/powerpoint/2010/main" val="243872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FC74D-D7A7-B526-300E-FE27F9FB6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24FB2C9-8375-BA2C-5A33-F64D14B9C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70BDDE3-9731-49B4-B0FB-C24F49C56637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62C4A50-D9B4-4BBB-FAD8-6B56BFB34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60" y="242443"/>
            <a:ext cx="11136279" cy="6373114"/>
          </a:xfrm>
          <a:prstGeom prst="rect">
            <a:avLst/>
          </a:prstGeom>
        </p:spPr>
      </p:pic>
      <p:sp>
        <p:nvSpPr>
          <p:cNvPr id="21" name="橢圓 20">
            <a:extLst>
              <a:ext uri="{FF2B5EF4-FFF2-40B4-BE49-F238E27FC236}">
                <a16:creationId xmlns:a16="http://schemas.microsoft.com/office/drawing/2014/main" id="{52D075B3-8F06-E209-EE72-F9DC4BFA8A42}"/>
              </a:ext>
            </a:extLst>
          </p:cNvPr>
          <p:cNvSpPr/>
          <p:nvPr/>
        </p:nvSpPr>
        <p:spPr>
          <a:xfrm>
            <a:off x="9371814" y="3548647"/>
            <a:ext cx="113122" cy="113122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9870FF83-8945-9686-05D6-06BFE4DCB87D}"/>
              </a:ext>
            </a:extLst>
          </p:cNvPr>
          <p:cNvCxnSpPr/>
          <p:nvPr/>
        </p:nvCxnSpPr>
        <p:spPr>
          <a:xfrm>
            <a:off x="9428375" y="3605208"/>
            <a:ext cx="546755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5691B53-8BEF-9261-AABA-5289A791B43E}"/>
              </a:ext>
            </a:extLst>
          </p:cNvPr>
          <p:cNvSpPr txBox="1"/>
          <p:nvPr/>
        </p:nvSpPr>
        <p:spPr>
          <a:xfrm>
            <a:off x="9975130" y="3466708"/>
            <a:ext cx="1065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Hover</a:t>
            </a:r>
            <a:endParaRPr lang="zh-TW" altLang="en-US" sz="1200" dirty="0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2316BFDD-5B22-73F5-071C-2BDDAA6F9F03}"/>
              </a:ext>
            </a:extLst>
          </p:cNvPr>
          <p:cNvSpPr/>
          <p:nvPr/>
        </p:nvSpPr>
        <p:spPr>
          <a:xfrm>
            <a:off x="3281250" y="3271648"/>
            <a:ext cx="113122" cy="113122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D2B07EBF-D45F-2529-0FA9-6FC2BB48C3F4}"/>
              </a:ext>
            </a:extLst>
          </p:cNvPr>
          <p:cNvCxnSpPr/>
          <p:nvPr/>
        </p:nvCxnSpPr>
        <p:spPr>
          <a:xfrm>
            <a:off x="3337811" y="3328209"/>
            <a:ext cx="546755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2FB7945-CFBF-AC94-CFB4-528E3D00528B}"/>
              </a:ext>
            </a:extLst>
          </p:cNvPr>
          <p:cNvSpPr txBox="1"/>
          <p:nvPr/>
        </p:nvSpPr>
        <p:spPr>
          <a:xfrm>
            <a:off x="3884566" y="3189709"/>
            <a:ext cx="1065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選單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27A80D-A695-8C1C-6196-8DFB5350FB78}"/>
              </a:ext>
            </a:extLst>
          </p:cNvPr>
          <p:cNvSpPr/>
          <p:nvPr/>
        </p:nvSpPr>
        <p:spPr>
          <a:xfrm>
            <a:off x="1558870" y="697584"/>
            <a:ext cx="9743868" cy="5806911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CEA4DE9-6389-C8B6-4802-1FDAC6BD51AC}"/>
              </a:ext>
            </a:extLst>
          </p:cNvPr>
          <p:cNvSpPr txBox="1"/>
          <p:nvPr/>
        </p:nvSpPr>
        <p:spPr>
          <a:xfrm>
            <a:off x="9720605" y="977066"/>
            <a:ext cx="158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highlight>
                  <a:srgbClr val="0000FF"/>
                </a:highlight>
              </a:rPr>
              <a:t>對話與互動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CC9627F-2AC7-8C6E-4FE5-9D5FCE275C01}"/>
              </a:ext>
            </a:extLst>
          </p:cNvPr>
          <p:cNvSpPr/>
          <p:nvPr/>
        </p:nvSpPr>
        <p:spPr>
          <a:xfrm>
            <a:off x="7874523" y="1761276"/>
            <a:ext cx="113122" cy="113122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965659DF-29CA-F5F1-8CB0-B36C06EB4905}"/>
              </a:ext>
            </a:extLst>
          </p:cNvPr>
          <p:cNvCxnSpPr/>
          <p:nvPr/>
        </p:nvCxnSpPr>
        <p:spPr>
          <a:xfrm>
            <a:off x="7931084" y="1817837"/>
            <a:ext cx="546755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61732BA-335D-E889-BB5C-19D61C2141EA}"/>
              </a:ext>
            </a:extLst>
          </p:cNvPr>
          <p:cNvSpPr txBox="1"/>
          <p:nvPr/>
        </p:nvSpPr>
        <p:spPr>
          <a:xfrm>
            <a:off x="8477839" y="1679337"/>
            <a:ext cx="1582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示意圖 </a:t>
            </a:r>
            <a:r>
              <a:rPr lang="en-US" altLang="zh-TW" sz="1200" dirty="0"/>
              <a:t>/ </a:t>
            </a:r>
            <a:r>
              <a:rPr lang="zh-TW" altLang="en-US" sz="1200" dirty="0"/>
              <a:t>資料流向</a:t>
            </a:r>
          </a:p>
        </p:txBody>
      </p:sp>
    </p:spTree>
    <p:extLst>
      <p:ext uri="{BB962C8B-B14F-4D97-AF65-F5344CB8AC3E}">
        <p14:creationId xmlns:p14="http://schemas.microsoft.com/office/powerpoint/2010/main" val="2792519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8818C40-DB12-1020-974E-188060BEC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70BDDE3-9731-49B4-B0FB-C24F49C56637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C9DB3BA-52E1-7314-2D77-5D81E721D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65" y="232916"/>
            <a:ext cx="11241069" cy="6392167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FC97182-B9EC-DFAD-47EA-856E832A97DC}"/>
              </a:ext>
            </a:extLst>
          </p:cNvPr>
          <p:cNvSpPr/>
          <p:nvPr/>
        </p:nvSpPr>
        <p:spPr>
          <a:xfrm>
            <a:off x="3808430" y="2960017"/>
            <a:ext cx="113122" cy="11312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9FA43B55-C79F-5D9C-BF8C-8A20B5E37E86}"/>
              </a:ext>
            </a:extLst>
          </p:cNvPr>
          <p:cNvCxnSpPr/>
          <p:nvPr/>
        </p:nvCxnSpPr>
        <p:spPr>
          <a:xfrm>
            <a:off x="3864991" y="3016578"/>
            <a:ext cx="54675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22E6831-D61C-F9E0-CD99-8FD8944315A3}"/>
              </a:ext>
            </a:extLst>
          </p:cNvPr>
          <p:cNvSpPr txBox="1"/>
          <p:nvPr/>
        </p:nvSpPr>
        <p:spPr>
          <a:xfrm>
            <a:off x="4411746" y="2878078"/>
            <a:ext cx="1065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對話過程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AEAFF353-8488-4180-5695-295E7AE1B9F8}"/>
              </a:ext>
            </a:extLst>
          </p:cNvPr>
          <p:cNvSpPr/>
          <p:nvPr/>
        </p:nvSpPr>
        <p:spPr>
          <a:xfrm>
            <a:off x="3318236" y="2586626"/>
            <a:ext cx="113122" cy="11312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C08888E5-2D20-BC1A-7CD2-FA419DAC16A9}"/>
              </a:ext>
            </a:extLst>
          </p:cNvPr>
          <p:cNvCxnSpPr/>
          <p:nvPr/>
        </p:nvCxnSpPr>
        <p:spPr>
          <a:xfrm>
            <a:off x="3374797" y="2643187"/>
            <a:ext cx="54675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A6D59CF-E54E-E8B9-A074-FDCBABFD7FB7}"/>
              </a:ext>
            </a:extLst>
          </p:cNvPr>
          <p:cNvSpPr txBox="1"/>
          <p:nvPr/>
        </p:nvSpPr>
        <p:spPr>
          <a:xfrm>
            <a:off x="3921552" y="2504687"/>
            <a:ext cx="1065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Spinner</a:t>
            </a:r>
            <a:r>
              <a:rPr lang="zh-TW" altLang="en-US" sz="1200" dirty="0"/>
              <a:t>動畫？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A14305-AE15-9AEE-D12C-44042E9D77A9}"/>
              </a:ext>
            </a:extLst>
          </p:cNvPr>
          <p:cNvSpPr/>
          <p:nvPr/>
        </p:nvSpPr>
        <p:spPr>
          <a:xfrm>
            <a:off x="1558870" y="386500"/>
            <a:ext cx="9743868" cy="6117996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6ED1E41-E0C2-493F-290F-58990ADDD407}"/>
              </a:ext>
            </a:extLst>
          </p:cNvPr>
          <p:cNvSpPr txBox="1"/>
          <p:nvPr/>
        </p:nvSpPr>
        <p:spPr>
          <a:xfrm>
            <a:off x="9720605" y="977066"/>
            <a:ext cx="158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  <a:highlight>
                  <a:srgbClr val="0000FF"/>
                </a:highlight>
              </a:rPr>
              <a:t>對話與互動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EA20B842-A377-40E5-9BE8-15876EAA026D}"/>
              </a:ext>
            </a:extLst>
          </p:cNvPr>
          <p:cNvSpPr/>
          <p:nvPr/>
        </p:nvSpPr>
        <p:spPr>
          <a:xfrm>
            <a:off x="6762160" y="545590"/>
            <a:ext cx="113122" cy="113122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EAC34466-CCED-B9C2-4C65-4E857DCDA574}"/>
              </a:ext>
            </a:extLst>
          </p:cNvPr>
          <p:cNvCxnSpPr/>
          <p:nvPr/>
        </p:nvCxnSpPr>
        <p:spPr>
          <a:xfrm>
            <a:off x="6818721" y="602151"/>
            <a:ext cx="546755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90E915E-C3E4-85FA-1130-2D780CE6CC84}"/>
              </a:ext>
            </a:extLst>
          </p:cNvPr>
          <p:cNvSpPr txBox="1"/>
          <p:nvPr/>
        </p:nvSpPr>
        <p:spPr>
          <a:xfrm>
            <a:off x="7365476" y="463651"/>
            <a:ext cx="1582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示意圖 </a:t>
            </a:r>
            <a:r>
              <a:rPr lang="en-US" altLang="zh-TW" sz="1200" dirty="0"/>
              <a:t>/ </a:t>
            </a:r>
            <a:r>
              <a:rPr lang="zh-TW" altLang="en-US" sz="1200" dirty="0"/>
              <a:t>資料流向</a:t>
            </a:r>
          </a:p>
        </p:txBody>
      </p:sp>
    </p:spTree>
    <p:extLst>
      <p:ext uri="{BB962C8B-B14F-4D97-AF65-F5344CB8AC3E}">
        <p14:creationId xmlns:p14="http://schemas.microsoft.com/office/powerpoint/2010/main" val="2006238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ADATA 2026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5097FF"/>
      </a:accent1>
      <a:accent2>
        <a:srgbClr val="19C711"/>
      </a:accent2>
      <a:accent3>
        <a:srgbClr val="FF9000"/>
      </a:accent3>
      <a:accent4>
        <a:srgbClr val="FF47FF"/>
      </a:accent4>
      <a:accent5>
        <a:srgbClr val="5FE6FF"/>
      </a:accent5>
      <a:accent6>
        <a:srgbClr val="40FF00"/>
      </a:accent6>
      <a:hlink>
        <a:srgbClr val="734BFF"/>
      </a:hlink>
      <a:folHlink>
        <a:srgbClr val="FD6203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12807</TotalTime>
  <Words>52</Words>
  <Application>Microsoft Office PowerPoint</Application>
  <PresentationFormat>寬螢幕</PresentationFormat>
  <Paragraphs>23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Aptos</vt:lpstr>
      <vt:lpstr>Arial</vt:lpstr>
      <vt:lpstr>Arial Black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Q_Huang</dc:creator>
  <cp:lastModifiedBy>Alice_Cho</cp:lastModifiedBy>
  <cp:revision>13</cp:revision>
  <dcterms:created xsi:type="dcterms:W3CDTF">2025-11-13T08:16:49Z</dcterms:created>
  <dcterms:modified xsi:type="dcterms:W3CDTF">2026-04-07T00:36:28Z</dcterms:modified>
</cp:coreProperties>
</file>